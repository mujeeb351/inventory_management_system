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8338" y="628903"/>
            <a:ext cx="221488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069781"/>
            <a:ext cx="447040" cy="2788285"/>
          </a:xfrm>
          <a:custGeom>
            <a:avLst/>
            <a:gdLst/>
            <a:ahLst/>
            <a:cxnLst/>
            <a:rect l="l" t="t" r="r" b="b"/>
            <a:pathLst>
              <a:path w="447040" h="2788284">
                <a:moveTo>
                  <a:pt x="0" y="0"/>
                </a:moveTo>
                <a:lnTo>
                  <a:pt x="0" y="2788218"/>
                </a:lnTo>
                <a:lnTo>
                  <a:pt x="446591" y="2788218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5131542" y="4182285"/>
            <a:ext cx="4012565" cy="2675890"/>
          </a:xfrm>
          <a:custGeom>
            <a:avLst/>
            <a:gdLst/>
            <a:ahLst/>
            <a:cxnLst/>
            <a:rect l="l" t="t" r="r" b="b"/>
            <a:pathLst>
              <a:path w="4012565" h="2675890">
                <a:moveTo>
                  <a:pt x="0" y="2675715"/>
                </a:moveTo>
                <a:lnTo>
                  <a:pt x="4012457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7042404" y="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8000"/>
                </a:lnTo>
              </a:path>
            </a:pathLst>
          </a:custGeom>
          <a:ln w="9525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6891725" y="0"/>
            <a:ext cx="2252345" cy="6858000"/>
          </a:xfrm>
          <a:custGeom>
            <a:avLst/>
            <a:gdLst/>
            <a:ahLst/>
            <a:cxnLst/>
            <a:rect l="l" t="t" r="r" b="b"/>
            <a:pathLst>
              <a:path w="2252345" h="6858000">
                <a:moveTo>
                  <a:pt x="2023152" y="0"/>
                </a:moveTo>
                <a:lnTo>
                  <a:pt x="0" y="6858000"/>
                </a:lnTo>
                <a:lnTo>
                  <a:pt x="2252274" y="6858000"/>
                </a:lnTo>
                <a:lnTo>
                  <a:pt x="2252274" y="8187"/>
                </a:lnTo>
                <a:lnTo>
                  <a:pt x="2023152" y="0"/>
                </a:lnTo>
                <a:close/>
              </a:path>
            </a:pathLst>
          </a:custGeom>
          <a:solidFill>
            <a:srgbClr val="90C225">
              <a:alpha val="30194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7207072" y="0"/>
            <a:ext cx="1937385" cy="6858000"/>
          </a:xfrm>
          <a:custGeom>
            <a:avLst/>
            <a:gdLst/>
            <a:ahLst/>
            <a:cxnLst/>
            <a:rect l="l" t="t" r="r" b="b"/>
            <a:pathLst>
              <a:path w="1937384" h="6858000">
                <a:moveTo>
                  <a:pt x="1936927" y="0"/>
                </a:moveTo>
                <a:lnTo>
                  <a:pt x="0" y="0"/>
                </a:lnTo>
                <a:lnTo>
                  <a:pt x="1200378" y="6858000"/>
                </a:lnTo>
                <a:lnTo>
                  <a:pt x="1936927" y="6858000"/>
                </a:lnTo>
                <a:lnTo>
                  <a:pt x="1936927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6638544" y="3921008"/>
            <a:ext cx="2505710" cy="2937510"/>
          </a:xfrm>
          <a:custGeom>
            <a:avLst/>
            <a:gdLst/>
            <a:ahLst/>
            <a:cxnLst/>
            <a:rect l="l" t="t" r="r" b="b"/>
            <a:pathLst>
              <a:path w="2505709" h="2937509">
                <a:moveTo>
                  <a:pt x="2505455" y="0"/>
                </a:moveTo>
                <a:lnTo>
                  <a:pt x="0" y="2936991"/>
                </a:lnTo>
                <a:lnTo>
                  <a:pt x="2505455" y="2936991"/>
                </a:lnTo>
                <a:lnTo>
                  <a:pt x="2505455" y="0"/>
                </a:lnTo>
                <a:close/>
              </a:path>
            </a:pathLst>
          </a:custGeom>
          <a:solidFill>
            <a:srgbClr val="539F20">
              <a:alpha val="72157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7012867" y="0"/>
            <a:ext cx="2131695" cy="6858000"/>
          </a:xfrm>
          <a:custGeom>
            <a:avLst/>
            <a:gdLst/>
            <a:ahLst/>
            <a:cxnLst/>
            <a:rect l="l" t="t" r="r" b="b"/>
            <a:pathLst>
              <a:path w="2131695" h="6858000">
                <a:moveTo>
                  <a:pt x="2131136" y="0"/>
                </a:moveTo>
                <a:lnTo>
                  <a:pt x="0" y="0"/>
                </a:lnTo>
                <a:lnTo>
                  <a:pt x="1854149" y="6858000"/>
                </a:lnTo>
                <a:lnTo>
                  <a:pt x="2131136" y="6849795"/>
                </a:lnTo>
                <a:lnTo>
                  <a:pt x="2131136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8295129" y="0"/>
            <a:ext cx="848994" cy="6858000"/>
          </a:xfrm>
          <a:custGeom>
            <a:avLst/>
            <a:gdLst/>
            <a:ahLst/>
            <a:cxnLst/>
            <a:rect l="l" t="t" r="r" b="b"/>
            <a:pathLst>
              <a:path w="848995" h="6858000">
                <a:moveTo>
                  <a:pt x="848870" y="0"/>
                </a:moveTo>
                <a:lnTo>
                  <a:pt x="676477" y="0"/>
                </a:lnTo>
                <a:lnTo>
                  <a:pt x="0" y="6858000"/>
                </a:lnTo>
                <a:lnTo>
                  <a:pt x="848870" y="6858000"/>
                </a:lnTo>
                <a:lnTo>
                  <a:pt x="848870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8078449" y="0"/>
            <a:ext cx="1066165" cy="6858000"/>
          </a:xfrm>
          <a:custGeom>
            <a:avLst/>
            <a:gdLst/>
            <a:ahLst/>
            <a:cxnLst/>
            <a:rect l="l" t="t" r="r" b="b"/>
            <a:pathLst>
              <a:path w="1066165" h="6858000">
                <a:moveTo>
                  <a:pt x="1051114" y="0"/>
                </a:moveTo>
                <a:lnTo>
                  <a:pt x="0" y="0"/>
                </a:lnTo>
                <a:lnTo>
                  <a:pt x="937356" y="6858000"/>
                </a:lnTo>
                <a:lnTo>
                  <a:pt x="1065346" y="6858000"/>
                </a:lnTo>
                <a:lnTo>
                  <a:pt x="1065550" y="6145228"/>
                </a:lnTo>
                <a:lnTo>
                  <a:pt x="1050916" y="398213"/>
                </a:lnTo>
                <a:lnTo>
                  <a:pt x="1051114" y="0"/>
                </a:lnTo>
                <a:close/>
              </a:path>
            </a:pathLst>
          </a:custGeom>
          <a:solidFill>
            <a:srgbClr val="90C225">
              <a:alpha val="650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8060436" y="4903620"/>
            <a:ext cx="1083945" cy="1954530"/>
          </a:xfrm>
          <a:custGeom>
            <a:avLst/>
            <a:gdLst/>
            <a:ahLst/>
            <a:cxnLst/>
            <a:rect l="l" t="t" r="r" b="b"/>
            <a:pathLst>
              <a:path w="1083945" h="1954529">
                <a:moveTo>
                  <a:pt x="1083564" y="0"/>
                </a:moveTo>
                <a:lnTo>
                  <a:pt x="0" y="1954380"/>
                </a:lnTo>
                <a:lnTo>
                  <a:pt x="1083564" y="1949337"/>
                </a:lnTo>
                <a:lnTo>
                  <a:pt x="1083564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8338" y="628903"/>
            <a:ext cx="397256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38" y="2061022"/>
            <a:ext cx="4350385" cy="1630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2976372"/>
            <a:ext cx="8761730" cy="3881754"/>
            <a:chOff x="0" y="2976372"/>
            <a:chExt cx="8761730" cy="3881754"/>
          </a:xfrm>
        </p:grpSpPr>
        <p:sp>
          <p:nvSpPr>
            <p:cNvPr id="3" name="object 3" descr=""/>
            <p:cNvSpPr/>
            <p:nvPr/>
          </p:nvSpPr>
          <p:spPr>
            <a:xfrm>
              <a:off x="0" y="4069780"/>
              <a:ext cx="447040" cy="2788285"/>
            </a:xfrm>
            <a:custGeom>
              <a:avLst/>
              <a:gdLst/>
              <a:ahLst/>
              <a:cxnLst/>
              <a:rect l="l" t="t" r="r" b="b"/>
              <a:pathLst>
                <a:path w="447040" h="2788284">
                  <a:moveTo>
                    <a:pt x="0" y="0"/>
                  </a:moveTo>
                  <a:lnTo>
                    <a:pt x="0" y="2788218"/>
                  </a:lnTo>
                  <a:lnTo>
                    <a:pt x="446591" y="27882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5">
                <a:alpha val="850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2336" y="2976372"/>
              <a:ext cx="8359139" cy="1231391"/>
            </a:xfrm>
            <a:prstGeom prst="rect">
              <a:avLst/>
            </a:prstGeom>
          </p:spPr>
        </p:pic>
      </p:grpSp>
      <p:grpSp>
        <p:nvGrpSpPr>
          <p:cNvPr id="5" name="object 5" descr=""/>
          <p:cNvGrpSpPr/>
          <p:nvPr/>
        </p:nvGrpSpPr>
        <p:grpSpPr>
          <a:xfrm>
            <a:off x="5126779" y="-4762"/>
            <a:ext cx="4022090" cy="6867525"/>
            <a:chOff x="5126779" y="-4762"/>
            <a:chExt cx="4022090" cy="6867525"/>
          </a:xfrm>
        </p:grpSpPr>
        <p:sp>
          <p:nvSpPr>
            <p:cNvPr id="6" name="object 6" descr=""/>
            <p:cNvSpPr/>
            <p:nvPr/>
          </p:nvSpPr>
          <p:spPr>
            <a:xfrm>
              <a:off x="5131542" y="4182285"/>
              <a:ext cx="4012565" cy="2675890"/>
            </a:xfrm>
            <a:custGeom>
              <a:avLst/>
              <a:gdLst/>
              <a:ahLst/>
              <a:cxnLst/>
              <a:rect l="l" t="t" r="r" b="b"/>
              <a:pathLst>
                <a:path w="4012565" h="2675890">
                  <a:moveTo>
                    <a:pt x="0" y="2675715"/>
                  </a:moveTo>
                  <a:lnTo>
                    <a:pt x="4012457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042404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>
                  <a:moveTo>
                    <a:pt x="0" y="0"/>
                  </a:moveTo>
                  <a:lnTo>
                    <a:pt x="1219200" y="6858000"/>
                  </a:lnTo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891725" y="0"/>
              <a:ext cx="2252345" cy="6858000"/>
            </a:xfrm>
            <a:custGeom>
              <a:avLst/>
              <a:gdLst/>
              <a:ahLst/>
              <a:cxnLst/>
              <a:rect l="l" t="t" r="r" b="b"/>
              <a:pathLst>
                <a:path w="2252345" h="6858000">
                  <a:moveTo>
                    <a:pt x="2023152" y="0"/>
                  </a:moveTo>
                  <a:lnTo>
                    <a:pt x="0" y="6858000"/>
                  </a:lnTo>
                  <a:lnTo>
                    <a:pt x="2252274" y="6858000"/>
                  </a:lnTo>
                  <a:lnTo>
                    <a:pt x="2252274" y="8187"/>
                  </a:lnTo>
                  <a:lnTo>
                    <a:pt x="2023152" y="0"/>
                  </a:lnTo>
                  <a:close/>
                </a:path>
              </a:pathLst>
            </a:custGeom>
            <a:solidFill>
              <a:srgbClr val="90C225">
                <a:alpha val="3019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207072" y="0"/>
              <a:ext cx="1937385" cy="6858000"/>
            </a:xfrm>
            <a:custGeom>
              <a:avLst/>
              <a:gdLst/>
              <a:ahLst/>
              <a:cxnLst/>
              <a:rect l="l" t="t" r="r" b="b"/>
              <a:pathLst>
                <a:path w="1937384" h="6858000">
                  <a:moveTo>
                    <a:pt x="1936927" y="0"/>
                  </a:moveTo>
                  <a:lnTo>
                    <a:pt x="0" y="0"/>
                  </a:lnTo>
                  <a:lnTo>
                    <a:pt x="1200378" y="6858000"/>
                  </a:lnTo>
                  <a:lnTo>
                    <a:pt x="1936927" y="6858000"/>
                  </a:lnTo>
                  <a:lnTo>
                    <a:pt x="1936927" y="0"/>
                  </a:lnTo>
                  <a:close/>
                </a:path>
              </a:pathLst>
            </a:custGeom>
            <a:solidFill>
              <a:srgbClr val="90C225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638544" y="3921008"/>
              <a:ext cx="2505710" cy="2937510"/>
            </a:xfrm>
            <a:custGeom>
              <a:avLst/>
              <a:gdLst/>
              <a:ahLst/>
              <a:cxnLst/>
              <a:rect l="l" t="t" r="r" b="b"/>
              <a:pathLst>
                <a:path w="2505709" h="2937509">
                  <a:moveTo>
                    <a:pt x="2505455" y="0"/>
                  </a:moveTo>
                  <a:lnTo>
                    <a:pt x="0" y="2936991"/>
                  </a:lnTo>
                  <a:lnTo>
                    <a:pt x="2505455" y="2936991"/>
                  </a:lnTo>
                  <a:lnTo>
                    <a:pt x="2505455" y="0"/>
                  </a:lnTo>
                  <a:close/>
                </a:path>
              </a:pathLst>
            </a:custGeom>
            <a:solidFill>
              <a:srgbClr val="539F20">
                <a:alpha val="7215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012867" y="0"/>
              <a:ext cx="2131695" cy="6858000"/>
            </a:xfrm>
            <a:custGeom>
              <a:avLst/>
              <a:gdLst/>
              <a:ahLst/>
              <a:cxnLst/>
              <a:rect l="l" t="t" r="r" b="b"/>
              <a:pathLst>
                <a:path w="2131695" h="6858000">
                  <a:moveTo>
                    <a:pt x="2131136" y="0"/>
                  </a:moveTo>
                  <a:lnTo>
                    <a:pt x="0" y="0"/>
                  </a:lnTo>
                  <a:lnTo>
                    <a:pt x="1854149" y="6858000"/>
                  </a:lnTo>
                  <a:lnTo>
                    <a:pt x="2131136" y="6849795"/>
                  </a:lnTo>
                  <a:lnTo>
                    <a:pt x="2131136" y="0"/>
                  </a:lnTo>
                  <a:close/>
                </a:path>
              </a:pathLst>
            </a:custGeom>
            <a:solidFill>
              <a:srgbClr val="3E7818">
                <a:alpha val="7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8295129" y="0"/>
              <a:ext cx="848994" cy="6858000"/>
            </a:xfrm>
            <a:custGeom>
              <a:avLst/>
              <a:gdLst/>
              <a:ahLst/>
              <a:cxnLst/>
              <a:rect l="l" t="t" r="r" b="b"/>
              <a:pathLst>
                <a:path w="848995" h="6858000">
                  <a:moveTo>
                    <a:pt x="848870" y="0"/>
                  </a:moveTo>
                  <a:lnTo>
                    <a:pt x="676477" y="0"/>
                  </a:lnTo>
                  <a:lnTo>
                    <a:pt x="0" y="6858000"/>
                  </a:lnTo>
                  <a:lnTo>
                    <a:pt x="848870" y="6858000"/>
                  </a:lnTo>
                  <a:lnTo>
                    <a:pt x="848870" y="0"/>
                  </a:lnTo>
                  <a:close/>
                </a:path>
              </a:pathLst>
            </a:custGeom>
            <a:solidFill>
              <a:srgbClr val="C0E374">
                <a:alpha val="7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078449" y="0"/>
              <a:ext cx="1066165" cy="6858000"/>
            </a:xfrm>
            <a:custGeom>
              <a:avLst/>
              <a:gdLst/>
              <a:ahLst/>
              <a:cxnLst/>
              <a:rect l="l" t="t" r="r" b="b"/>
              <a:pathLst>
                <a:path w="1066165" h="6858000">
                  <a:moveTo>
                    <a:pt x="1051114" y="0"/>
                  </a:moveTo>
                  <a:lnTo>
                    <a:pt x="0" y="0"/>
                  </a:lnTo>
                  <a:lnTo>
                    <a:pt x="937356" y="6858000"/>
                  </a:lnTo>
                  <a:lnTo>
                    <a:pt x="1065346" y="6858000"/>
                  </a:lnTo>
                  <a:lnTo>
                    <a:pt x="1065550" y="6145228"/>
                  </a:lnTo>
                  <a:lnTo>
                    <a:pt x="1050916" y="398213"/>
                  </a:lnTo>
                  <a:lnTo>
                    <a:pt x="1051114" y="0"/>
                  </a:lnTo>
                  <a:close/>
                </a:path>
              </a:pathLst>
            </a:custGeom>
            <a:solidFill>
              <a:srgbClr val="90C225">
                <a:alpha val="650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8060436" y="4903620"/>
              <a:ext cx="1083945" cy="1954530"/>
            </a:xfrm>
            <a:custGeom>
              <a:avLst/>
              <a:gdLst/>
              <a:ahLst/>
              <a:cxnLst/>
              <a:rect l="l" t="t" r="r" b="b"/>
              <a:pathLst>
                <a:path w="1083945" h="1954529">
                  <a:moveTo>
                    <a:pt x="1083564" y="0"/>
                  </a:moveTo>
                  <a:lnTo>
                    <a:pt x="0" y="1954380"/>
                  </a:lnTo>
                  <a:lnTo>
                    <a:pt x="1083564" y="1949337"/>
                  </a:lnTo>
                  <a:lnTo>
                    <a:pt x="1083564" y="0"/>
                  </a:lnTo>
                  <a:close/>
                </a:path>
              </a:pathLst>
            </a:custGeom>
            <a:solidFill>
              <a:srgbClr val="90C225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535940" y="1094125"/>
            <a:ext cx="5194300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Mini</a:t>
            </a:r>
            <a:r>
              <a:rPr dirty="0" spc="-16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Project</a:t>
            </a:r>
            <a:r>
              <a:rPr dirty="0" spc="-12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Presentation </a:t>
            </a:r>
            <a:r>
              <a:rPr dirty="0">
                <a:solidFill>
                  <a:srgbClr val="000000"/>
                </a:solidFill>
              </a:rPr>
              <a:t>Group</a:t>
            </a:r>
            <a:r>
              <a:rPr dirty="0" spc="-8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No:</a:t>
            </a:r>
            <a:r>
              <a:rPr dirty="0" spc="-60">
                <a:solidFill>
                  <a:srgbClr val="000000"/>
                </a:solidFill>
              </a:rPr>
              <a:t> </a:t>
            </a:r>
            <a:r>
              <a:rPr dirty="0" spc="-25">
                <a:solidFill>
                  <a:srgbClr val="000000"/>
                </a:solidFill>
              </a:rPr>
              <a:t>24</a:t>
            </a:r>
          </a:p>
        </p:txBody>
      </p:sp>
      <p:sp>
        <p:nvSpPr>
          <p:cNvPr id="16" name="object 16" descr=""/>
          <p:cNvSpPr txBox="1"/>
          <p:nvPr/>
        </p:nvSpPr>
        <p:spPr>
          <a:xfrm>
            <a:off x="535940" y="2744617"/>
            <a:ext cx="7862570" cy="1086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Trebuchet MS"/>
                <a:cs typeface="Trebuchet MS"/>
              </a:rPr>
              <a:t>Project</a:t>
            </a:r>
            <a:r>
              <a:rPr dirty="0" sz="2400" spc="-14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Title:</a:t>
            </a:r>
            <a:endParaRPr sz="2400">
              <a:latin typeface="Trebuchet MS"/>
              <a:cs typeface="Trebuchet MS"/>
            </a:endParaRPr>
          </a:p>
          <a:p>
            <a:pPr marL="220345">
              <a:lnSpc>
                <a:spcPct val="100000"/>
              </a:lnSpc>
              <a:spcBef>
                <a:spcPts val="190"/>
              </a:spcBef>
            </a:pPr>
            <a:r>
              <a:rPr dirty="0" sz="4400">
                <a:solidFill>
                  <a:srgbClr val="404040"/>
                </a:solidFill>
                <a:latin typeface="Trebuchet MS"/>
                <a:cs typeface="Trebuchet MS"/>
              </a:rPr>
              <a:t>Inventory</a:t>
            </a:r>
            <a:r>
              <a:rPr dirty="0" sz="4400" spc="-1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4400">
                <a:solidFill>
                  <a:srgbClr val="404040"/>
                </a:solidFill>
                <a:latin typeface="Trebuchet MS"/>
                <a:cs typeface="Trebuchet MS"/>
              </a:rPr>
              <a:t>Management</a:t>
            </a:r>
            <a:r>
              <a:rPr dirty="0" sz="4400" spc="-10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4400" spc="-1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endParaRPr sz="4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0"/>
              <a:t>Team</a:t>
            </a:r>
            <a:r>
              <a:rPr dirty="0" spc="-190"/>
              <a:t> </a:t>
            </a:r>
            <a:r>
              <a:rPr dirty="0" spc="-10"/>
              <a:t>Members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88338" y="1457705"/>
            <a:ext cx="3478529" cy="2834640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326778921</a:t>
            </a:r>
            <a:r>
              <a:rPr dirty="0" sz="1800" spc="-6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M.N.M.</a:t>
            </a:r>
            <a:r>
              <a:rPr dirty="0" sz="1800" spc="-7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Mujeeb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226778863</a:t>
            </a:r>
            <a:r>
              <a:rPr dirty="0" sz="1800" spc="-10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A.H.</a:t>
            </a:r>
            <a:r>
              <a:rPr dirty="0" sz="1800" spc="-1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Hamthal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726779022</a:t>
            </a:r>
            <a:r>
              <a:rPr dirty="0" sz="1800" spc="-10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A.H.</a:t>
            </a:r>
            <a:r>
              <a:rPr dirty="0" sz="1800" spc="-1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Hamzath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626782945</a:t>
            </a:r>
            <a:r>
              <a:rPr dirty="0" sz="18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M.A.</a:t>
            </a:r>
            <a:r>
              <a:rPr dirty="0" sz="1800" spc="-1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Anfas</a:t>
            </a:r>
            <a:r>
              <a:rPr dirty="0" sz="1800" spc="-1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Ahamed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326779707</a:t>
            </a:r>
            <a:r>
              <a:rPr dirty="0" sz="1800" spc="-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M.J.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Fathima</a:t>
            </a:r>
            <a:r>
              <a:rPr dirty="0" sz="1800" spc="-7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Nuha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226779530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M.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Risafa</a:t>
            </a:r>
            <a:r>
              <a:rPr dirty="0" sz="1800" spc="-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Begum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626779496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S.</a:t>
            </a:r>
            <a:r>
              <a:rPr dirty="0" sz="1800" spc="-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Fathima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Husna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3602" y="1601152"/>
            <a:ext cx="287654" cy="3028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Introduction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88338" y="2187515"/>
            <a:ext cx="618998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marR="5715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This</a:t>
            </a:r>
            <a:r>
              <a:rPr dirty="0" sz="1800" spc="27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project</a:t>
            </a:r>
            <a:r>
              <a:rPr dirty="0" sz="1800" spc="2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dirty="0" sz="1800" spc="27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dirty="0" sz="1800" spc="26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Inventory</a:t>
            </a:r>
            <a:r>
              <a:rPr dirty="0" sz="1800" spc="29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Management</a:t>
            </a:r>
            <a:r>
              <a:rPr dirty="0" sz="1800" spc="2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dirty="0" sz="1800" spc="27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(IMS)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designed</a:t>
            </a:r>
            <a:r>
              <a:rPr dirty="0" sz="1800" spc="-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manage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track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products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efficiently.</a:t>
            </a:r>
            <a:endParaRPr sz="1800">
              <a:latin typeface="Trebuchet MS"/>
              <a:cs typeface="Trebuchet MS"/>
            </a:endParaRPr>
          </a:p>
          <a:p>
            <a:pPr marL="354965" marR="5080" indent="-3429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dirty="0" sz="1800" spc="7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helps</a:t>
            </a:r>
            <a:r>
              <a:rPr dirty="0" sz="1800" spc="8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dirty="0" sz="1800" spc="6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organizing</a:t>
            </a:r>
            <a:r>
              <a:rPr dirty="0" sz="1800" spc="8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product</a:t>
            </a:r>
            <a:r>
              <a:rPr dirty="0" sz="1800" spc="7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data,</a:t>
            </a:r>
            <a:r>
              <a:rPr dirty="0" sz="1800" spc="8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improving</a:t>
            </a:r>
            <a:r>
              <a:rPr dirty="0" sz="1800" spc="7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accuracy,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reducing</a:t>
            </a:r>
            <a:r>
              <a:rPr dirty="0" sz="18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manual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work.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dirty="0" spc="-265"/>
              <a:t> </a:t>
            </a:r>
            <a:r>
              <a:rPr dirty="0" spc="-10"/>
              <a:t>Statement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88338" y="2187515"/>
            <a:ext cx="5827395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Traditional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file</a:t>
            </a:r>
            <a:r>
              <a:rPr dirty="0" sz="18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systems</a:t>
            </a:r>
            <a:r>
              <a:rPr dirty="0" sz="1800" spc="-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are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manual,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time-consuming,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prone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errors.</a:t>
            </a:r>
            <a:endParaRPr sz="1800">
              <a:latin typeface="Trebuchet MS"/>
              <a:cs typeface="Trebuchet MS"/>
            </a:endParaRPr>
          </a:p>
          <a:p>
            <a:pPr marL="355600" marR="28575" indent="-3429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Data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redundancy,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difficulty</a:t>
            </a:r>
            <a:r>
              <a:rPr dirty="0" sz="1800" spc="-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searching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records,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and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lack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real-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time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updates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are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major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issues.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Proposed</a:t>
            </a:r>
            <a:r>
              <a:rPr dirty="0" spc="-200"/>
              <a:t> </a:t>
            </a:r>
            <a:r>
              <a:rPr dirty="0" spc="-10"/>
              <a:t>Solution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88338" y="2187514"/>
            <a:ext cx="612838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Inventory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Management</a:t>
            </a:r>
            <a:r>
              <a:rPr dirty="0" sz="18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dirty="0" sz="1800" spc="-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provides</a:t>
            </a:r>
            <a:r>
              <a:rPr dirty="0" sz="1800" spc="-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800" spc="-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digital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solution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manage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products</a:t>
            </a:r>
            <a:r>
              <a:rPr dirty="0" sz="1800" spc="-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efficiently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with</a:t>
            </a:r>
            <a:r>
              <a:rPr dirty="0" sz="1800" spc="-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features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like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storage,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editing,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searching,</a:t>
            </a:r>
            <a:r>
              <a:rPr dirty="0" sz="18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deletion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product records.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38" y="628903"/>
            <a:ext cx="323786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dirty="0" spc="-55"/>
              <a:t> </a:t>
            </a:r>
            <a:r>
              <a:rPr dirty="0" spc="-10"/>
              <a:t>Working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88338" y="2187514"/>
            <a:ext cx="3849370" cy="3108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Only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one</a:t>
            </a:r>
            <a:r>
              <a:rPr dirty="0" sz="18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admin</a:t>
            </a:r>
            <a:r>
              <a:rPr dirty="0" sz="18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operates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system.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60"/>
              </a:spcBef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Functions: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View</a:t>
            </a:r>
            <a:r>
              <a:rPr dirty="0" sz="1800" spc="-6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products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Create/store</a:t>
            </a:r>
            <a:r>
              <a:rPr dirty="0" sz="1800" spc="-8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products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Edit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product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details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Search</a:t>
            </a:r>
            <a:r>
              <a:rPr dirty="0" sz="1800" spc="-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products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Delete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products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dirty="0" spc="-135"/>
              <a:t> </a:t>
            </a:r>
            <a:r>
              <a:rPr dirty="0" spc="-10"/>
              <a:t>Features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88338" y="2061023"/>
            <a:ext cx="3500120" cy="2031364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User-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friendly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interface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Efficient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product</a:t>
            </a:r>
            <a:r>
              <a:rPr dirty="0" sz="1800" spc="-7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management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Quick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search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functionality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Secure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dirty="0" sz="1800" spc="-6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centralized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data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Easy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data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modification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Technologies</a:t>
            </a:r>
            <a:r>
              <a:rPr dirty="0" spc="-200"/>
              <a:t> </a:t>
            </a:r>
            <a:r>
              <a:rPr dirty="0" spc="-20"/>
              <a:t>Used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9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/>
              <a:t>Frontend:</a:t>
            </a:r>
            <a:r>
              <a:rPr dirty="0" spc="-55"/>
              <a:t> </a:t>
            </a:r>
            <a:r>
              <a:rPr dirty="0"/>
              <a:t>HTML,</a:t>
            </a:r>
            <a:r>
              <a:rPr dirty="0" spc="-55"/>
              <a:t> </a:t>
            </a:r>
            <a:r>
              <a:rPr dirty="0"/>
              <a:t>Bootstrap,</a:t>
            </a:r>
            <a:r>
              <a:rPr dirty="0" spc="-60"/>
              <a:t> </a:t>
            </a:r>
            <a:r>
              <a:rPr dirty="0" spc="-10"/>
              <a:t>JavaScript</a:t>
            </a:r>
            <a:endParaRPr sz="14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/>
              <a:t>Backend:</a:t>
            </a:r>
            <a:r>
              <a:rPr dirty="0" spc="-65"/>
              <a:t> </a:t>
            </a:r>
            <a:r>
              <a:rPr dirty="0"/>
              <a:t>Java,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65"/>
              <a:t> </a:t>
            </a:r>
            <a:r>
              <a:rPr dirty="0" spc="-20"/>
              <a:t>Boot</a:t>
            </a:r>
            <a:endParaRPr sz="14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/>
              <a:t>Database:</a:t>
            </a:r>
            <a:r>
              <a:rPr dirty="0" spc="-55"/>
              <a:t> </a:t>
            </a:r>
            <a:r>
              <a:rPr dirty="0" spc="-10"/>
              <a:t>MySQL</a:t>
            </a:r>
            <a:endParaRPr sz="14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/>
              <a:t>IDE:</a:t>
            </a:r>
            <a:r>
              <a:rPr dirty="0" spc="-35"/>
              <a:t> </a:t>
            </a:r>
            <a:r>
              <a:rPr dirty="0"/>
              <a:t>IntelliJ</a:t>
            </a:r>
            <a:r>
              <a:rPr dirty="0" spc="-40"/>
              <a:t> </a:t>
            </a:r>
            <a:r>
              <a:rPr dirty="0"/>
              <a:t>IDEA,</a:t>
            </a:r>
            <a:r>
              <a:rPr dirty="0" spc="-35"/>
              <a:t> </a:t>
            </a:r>
            <a:r>
              <a:rPr dirty="0"/>
              <a:t>MySQL</a:t>
            </a:r>
            <a:r>
              <a:rPr dirty="0" spc="-95"/>
              <a:t> </a:t>
            </a:r>
            <a:r>
              <a:rPr dirty="0" spc="-10"/>
              <a:t>Workbench</a:t>
            </a:r>
            <a:endParaRPr sz="14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0"/>
              <a:t>Target</a:t>
            </a:r>
            <a:r>
              <a:rPr dirty="0" spc="-220"/>
              <a:t> </a:t>
            </a:r>
            <a:r>
              <a:rPr dirty="0" spc="-20"/>
              <a:t>Users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88338" y="2061022"/>
            <a:ext cx="2882900" cy="1630680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Small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businesses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Retail</a:t>
            </a:r>
            <a:r>
              <a:rPr dirty="0" sz="1800" spc="-7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shop</a:t>
            </a:r>
            <a:r>
              <a:rPr dirty="0" sz="1800" spc="-6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owners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Warehouse</a:t>
            </a:r>
            <a:r>
              <a:rPr dirty="0" sz="1800" spc="-10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managers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Inventory</a:t>
            </a:r>
            <a:r>
              <a:rPr dirty="0" sz="1800" spc="-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administrators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38" y="628903"/>
            <a:ext cx="4295140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Advantages</a:t>
            </a:r>
            <a:r>
              <a:rPr dirty="0" spc="-50"/>
              <a:t> </a:t>
            </a:r>
            <a:r>
              <a:rPr dirty="0"/>
              <a:t>&amp;</a:t>
            </a:r>
            <a:r>
              <a:rPr dirty="0" spc="-25"/>
              <a:t> </a:t>
            </a:r>
            <a:r>
              <a:rPr dirty="0" spc="-10"/>
              <a:t>Future Enhancements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88338" y="2061022"/>
            <a:ext cx="3091180" cy="3636010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Advantages: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Reduces</a:t>
            </a:r>
            <a:r>
              <a:rPr dirty="0" sz="1800" spc="-9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manual</a:t>
            </a:r>
            <a:r>
              <a:rPr dirty="0" sz="1800" spc="-9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errors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Saves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time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Improves</a:t>
            </a:r>
            <a:r>
              <a:rPr dirty="0" sz="1800" spc="-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efficiency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60"/>
              </a:spcBef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Future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Enhancements: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Multi-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user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access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Advanced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analytics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Mobile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application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support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Conclusion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88338" y="2185990"/>
            <a:ext cx="606679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18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040"/>
                </a:solidFill>
                <a:latin typeface="Times New Roman"/>
                <a:cs typeface="Times New Roman"/>
              </a:rPr>
              <a:t>Inventory</a:t>
            </a:r>
            <a:r>
              <a:rPr dirty="0" sz="18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040"/>
                </a:solidFill>
                <a:latin typeface="Times New Roman"/>
                <a:cs typeface="Times New Roman"/>
              </a:rPr>
              <a:t>Management</a:t>
            </a:r>
            <a:r>
              <a:rPr dirty="0" sz="18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040"/>
                </a:solidFill>
                <a:latin typeface="Times New Roman"/>
                <a:cs typeface="Times New Roman"/>
              </a:rPr>
              <a:t>System</a:t>
            </a:r>
            <a:r>
              <a:rPr dirty="0" sz="18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040"/>
                </a:solidFill>
                <a:latin typeface="Times New Roman"/>
                <a:cs typeface="Times New Roman"/>
              </a:rPr>
              <a:t>simplifies</a:t>
            </a:r>
            <a:r>
              <a:rPr dirty="0" sz="18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040"/>
                </a:solidFill>
                <a:latin typeface="Times New Roman"/>
                <a:cs typeface="Times New Roman"/>
              </a:rPr>
              <a:t>inventory</a:t>
            </a:r>
            <a:r>
              <a:rPr dirty="0" sz="18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imes New Roman"/>
                <a:cs typeface="Times New Roman"/>
              </a:rPr>
              <a:t>tracking, </a:t>
            </a:r>
            <a:r>
              <a:rPr dirty="0" sz="1800">
                <a:solidFill>
                  <a:srgbClr val="404040"/>
                </a:solidFill>
                <a:latin typeface="Times New Roman"/>
                <a:cs typeface="Times New Roman"/>
              </a:rPr>
              <a:t>enhances</a:t>
            </a:r>
            <a:r>
              <a:rPr dirty="0" sz="18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imes New Roman"/>
                <a:cs typeface="Times New Roman"/>
              </a:rPr>
              <a:t>productivity,</a:t>
            </a:r>
            <a:r>
              <a:rPr dirty="0" sz="18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18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040"/>
                </a:solidFill>
                <a:latin typeface="Times New Roman"/>
                <a:cs typeface="Times New Roman"/>
              </a:rPr>
              <a:t>ensures</a:t>
            </a:r>
            <a:r>
              <a:rPr dirty="0" sz="1800" spc="-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040"/>
                </a:solidFill>
                <a:latin typeface="Times New Roman"/>
                <a:cs typeface="Times New Roman"/>
              </a:rPr>
              <a:t>better</a:t>
            </a:r>
            <a:r>
              <a:rPr dirty="0" sz="18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040"/>
                </a:solidFill>
                <a:latin typeface="Times New Roman"/>
                <a:cs typeface="Times New Roman"/>
              </a:rPr>
              <a:t>data</a:t>
            </a:r>
            <a:r>
              <a:rPr dirty="0" sz="1800" spc="-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imes New Roman"/>
                <a:cs typeface="Times New Roman"/>
              </a:rPr>
              <a:t>management </a:t>
            </a:r>
            <a:r>
              <a:rPr dirty="0" sz="1800">
                <a:solidFill>
                  <a:srgbClr val="404040"/>
                </a:solidFill>
                <a:latin typeface="Times New Roman"/>
                <a:cs typeface="Times New Roman"/>
              </a:rPr>
              <a:t>compared</a:t>
            </a:r>
            <a:r>
              <a:rPr dirty="0" sz="1800" spc="-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dirty="0" sz="18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040"/>
                </a:solidFill>
                <a:latin typeface="Times New Roman"/>
                <a:cs typeface="Times New Roman"/>
              </a:rPr>
              <a:t>traditional</a:t>
            </a:r>
            <a:r>
              <a:rPr dirty="0" sz="1800" spc="-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imes New Roman"/>
                <a:cs typeface="Times New Roman"/>
              </a:rPr>
              <a:t>methods.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458399" y="2414276"/>
            <a:ext cx="2228215" cy="1366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800" spc="-25">
                <a:solidFill>
                  <a:srgbClr val="90C225"/>
                </a:solidFill>
                <a:latin typeface="Trebuchet MS"/>
                <a:cs typeface="Trebuchet MS"/>
              </a:rPr>
              <a:t>Q&amp;A</a:t>
            </a:r>
            <a:endParaRPr sz="8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636" y="3465062"/>
            <a:ext cx="22612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Thank</a:t>
            </a:r>
            <a:r>
              <a:rPr dirty="0" spc="-90"/>
              <a:t>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description>generated using python-pptx</dc:description>
  <dc:title>Mini Project Presentation Group No: 24  Project Title:</dc:title>
  <dcterms:created xsi:type="dcterms:W3CDTF">2026-04-19T15:42:20Z</dcterms:created>
  <dcterms:modified xsi:type="dcterms:W3CDTF">2026-04-19T15:42:20Z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2026-04-19T00:00:00Z</vt:filetime>
  </property>
  <property fmtid="{D5CDD505-2E9C-101B-9397-08002B2CF9AE}" pid="3" name="Creator">
    <vt:lpwstr>Acrobat PDFMaker 23 for PowerPoint</vt:lpwstr>
  </property>
  <property fmtid="{D5CDD505-2E9C-101B-9397-08002B2CF9AE}" pid="4" name="LastSaved">
    <vt:filetime>2026-04-19T00:00:00Z</vt:filetime>
  </property>
  <property fmtid="{D5CDD505-2E9C-101B-9397-08002B2CF9AE}" pid="5" name="Producer">
    <vt:lpwstr>Adobe PDF Library 23.6.156</vt:lpwstr>
  </property>
</Properties>
</file>